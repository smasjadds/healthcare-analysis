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90AE-33AC-7E7D-664B-9B96ACB18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73F0D-18EE-6C1C-7F34-FA54AD356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20A17-D68D-63DD-6542-8F2C3F0CE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25CAD-1D61-FEDB-FC7B-A33C2A86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441CD-5D0E-4C12-48CC-CDE99C1E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76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52A7-5DBD-4603-A6C1-3C6E5A0C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15606-1DF9-DD19-376B-F89756C6B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1F15C-E713-527F-AACB-95FC8992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6B98B-2400-ADFB-260E-0227B397F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BDA8-B121-6226-AC74-3052B5F2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011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2EF4-86B8-EF07-DBFD-F86C37825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B6538-475B-DEB5-9E56-1FED41090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FA855-D9D1-61AD-2A85-0BABFF3FD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E7879-C932-64B3-82F2-2E87C322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ABB67-732E-AAD6-4808-D28FF8B0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62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5A84A-607A-CC51-D1ED-3F871F1D1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2A02C-B891-4639-30FA-A30762E24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0EB36-2823-4F8A-0820-D749A7039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399A6-2FD0-31C3-E94C-D305F0F38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71119-54B4-2A19-624E-AD7C62F2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5FC59-517D-AE2F-BB43-9503EB19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817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3022-6C71-C722-03F2-B396FB96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93703-87F8-2AFA-BCB5-5D8871FD4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461A5-EB6A-AFA2-0718-79F5A8BB0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B4CC6-4528-A703-44CE-4563F96EC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12864-9A67-F7C9-584F-673634F8D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C91E1E-9031-8F9D-9C3F-AE654E30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6E8AD-0228-AA8D-8B06-CD1A0A88E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38B73-E20D-859C-02B7-58AC94467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635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5B365-E8C0-9259-CD8E-16B2EED4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2203B-12FF-5DE2-DAE2-2BB54099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B81E6-6BEA-B3F4-0A77-D1F9E3F2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80B10C-0ACF-14D3-8D42-29D71C6B7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995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59496-6656-4C52-8F77-DF47E0D3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BCD90-124B-8055-99E1-C09BC0AE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CAE1B-E3A1-A903-A90A-18FC8724A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46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F57FF-D0D0-8A3C-07A2-7794BBC6F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7C3A9-13C9-278C-7881-936B97889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6FCA0-2E40-AB7B-406E-40EC4F349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A2941-09C0-E7B8-E6B1-89EE1227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C7DEE-AB99-E730-A35D-FC30E1848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7E916-A835-78DB-1342-FA6D7E5C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23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F5CF8-FC46-18A1-4FE2-99BFDECD0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EC277-67CB-3339-12F0-1A2E79D60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741D8-23D9-BD76-380B-FC152A09B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83416-8FBF-D8A9-1E0C-642EB0DCE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FEFC9-C962-BCB9-3781-69653F889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47BB7-F2DA-082A-B5C6-BBFB6111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3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CDA6-3B23-70DE-7018-9E8B52D4B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A98330-6B0B-0F64-0474-7A9D41B13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20674-29F5-F35A-65A0-01A9651A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16844-D8C8-5FF2-FCC0-B4A10E257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82F58-E5D1-7B2E-ABB5-3168BE34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96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097836-18B3-EE78-D32E-1D8F2DF13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53AA2-8E85-EBB2-0FFD-DE18902DB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47388-39D0-8B81-2FB3-83A3BD97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4075-A9BE-DEF4-7381-E3013640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3FD6A-79A9-2CED-0D3D-889A73A4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75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C0FD2-1C53-4A74-7482-1F877F868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9C2BC-C926-650D-231D-ED3C7845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1B81B-62D1-AD72-91A7-5A9FE08B3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C3026-9A12-4BEA-9E3C-268CCF35A15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C2A7D-59DA-58E2-7432-89A50C437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D4A42-C1C9-31BE-4496-CAB2FC148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32E6D-7598-476A-898A-4EDA71438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28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1022">
            <a:extLst>
              <a:ext uri="{FF2B5EF4-FFF2-40B4-BE49-F238E27FC236}">
                <a16:creationId xmlns:a16="http://schemas.microsoft.com/office/drawing/2014/main" id="{9100A193-DE3B-689D-53F1-1C0ADADD9AA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100" y="0"/>
            <a:ext cx="5510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6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1051">
            <a:extLst>
              <a:ext uri="{FF2B5EF4-FFF2-40B4-BE49-F238E27FC236}">
                <a16:creationId xmlns:a16="http://schemas.microsoft.com/office/drawing/2014/main" id="{00D7DD16-9F9D-3E01-BDE6-A0B8FC7719B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675" y="0"/>
            <a:ext cx="6724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74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1137">
            <a:extLst>
              <a:ext uri="{FF2B5EF4-FFF2-40B4-BE49-F238E27FC236}">
                <a16:creationId xmlns:a16="http://schemas.microsoft.com/office/drawing/2014/main" id="{A6DF66C7-47BD-1823-BF04-4F9C4B68DD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88" y="0"/>
            <a:ext cx="99774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6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1159">
            <a:extLst>
              <a:ext uri="{FF2B5EF4-FFF2-40B4-BE49-F238E27FC236}">
                <a16:creationId xmlns:a16="http://schemas.microsoft.com/office/drawing/2014/main" id="{EB8D6099-08B7-269D-FFF3-19EBC2C29DF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0"/>
            <a:ext cx="8723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1217">
            <a:extLst>
              <a:ext uri="{FF2B5EF4-FFF2-40B4-BE49-F238E27FC236}">
                <a16:creationId xmlns:a16="http://schemas.microsoft.com/office/drawing/2014/main" id="{48B958CA-E2A5-8537-56D3-585EBA10CAA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0"/>
            <a:ext cx="108727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73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1238">
            <a:extLst>
              <a:ext uri="{FF2B5EF4-FFF2-40B4-BE49-F238E27FC236}">
                <a16:creationId xmlns:a16="http://schemas.microsoft.com/office/drawing/2014/main" id="{503E0D17-7BFE-6FE5-45F4-CC398E68238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175" y="0"/>
            <a:ext cx="5073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77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1309">
            <a:extLst>
              <a:ext uri="{FF2B5EF4-FFF2-40B4-BE49-F238E27FC236}">
                <a16:creationId xmlns:a16="http://schemas.microsoft.com/office/drawing/2014/main" id="{5DA3364D-188C-7326-F25C-BDC8322E77D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613" y="0"/>
            <a:ext cx="54387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91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1332">
            <a:extLst>
              <a:ext uri="{FF2B5EF4-FFF2-40B4-BE49-F238E27FC236}">
                <a16:creationId xmlns:a16="http://schemas.microsoft.com/office/drawing/2014/main" id="{82874DFB-921F-2015-5E77-A16821D0461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663" y="0"/>
            <a:ext cx="4384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02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1418">
            <a:extLst>
              <a:ext uri="{FF2B5EF4-FFF2-40B4-BE49-F238E27FC236}">
                <a16:creationId xmlns:a16="http://schemas.microsoft.com/office/drawing/2014/main" id="{EA2064EE-D19C-5E04-2C84-9C3D9DCF9EB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0"/>
            <a:ext cx="10947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4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1520">
            <a:extLst>
              <a:ext uri="{FF2B5EF4-FFF2-40B4-BE49-F238E27FC236}">
                <a16:creationId xmlns:a16="http://schemas.microsoft.com/office/drawing/2014/main" id="{578797A6-8137-0309-FBB8-CB9D7C784EF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900" y="0"/>
            <a:ext cx="5662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13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1548">
            <a:extLst>
              <a:ext uri="{FF2B5EF4-FFF2-40B4-BE49-F238E27FC236}">
                <a16:creationId xmlns:a16="http://schemas.microsoft.com/office/drawing/2014/main" id="{43781201-F3AC-1A19-4BB4-36612C72204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63" y="0"/>
            <a:ext cx="10047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01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2016">
            <a:extLst>
              <a:ext uri="{FF2B5EF4-FFF2-40B4-BE49-F238E27FC236}">
                <a16:creationId xmlns:a16="http://schemas.microsoft.com/office/drawing/2014/main" id="{A975DB5B-6B80-8096-47A0-09BB21B1B2D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00" y="0"/>
            <a:ext cx="6754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5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2107">
            <a:extLst>
              <a:ext uri="{FF2B5EF4-FFF2-40B4-BE49-F238E27FC236}">
                <a16:creationId xmlns:a16="http://schemas.microsoft.com/office/drawing/2014/main" id="{BE9E29C2-EE4A-4F07-02AF-E9D6B27876A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575"/>
            <a:ext cx="1219200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04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2156">
            <a:extLst>
              <a:ext uri="{FF2B5EF4-FFF2-40B4-BE49-F238E27FC236}">
                <a16:creationId xmlns:a16="http://schemas.microsoft.com/office/drawing/2014/main" id="{4FC49EBF-E0F6-6B7A-08AF-F56632D783B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938" y="0"/>
            <a:ext cx="5826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95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2223">
            <a:extLst>
              <a:ext uri="{FF2B5EF4-FFF2-40B4-BE49-F238E27FC236}">
                <a16:creationId xmlns:a16="http://schemas.microsoft.com/office/drawing/2014/main" id="{E52A7DEC-DAC9-FE0D-9C99-DF9D5879286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7575"/>
            <a:ext cx="12192000" cy="502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69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2245">
            <a:extLst>
              <a:ext uri="{FF2B5EF4-FFF2-40B4-BE49-F238E27FC236}">
                <a16:creationId xmlns:a16="http://schemas.microsoft.com/office/drawing/2014/main" id="{EB2E71DC-BAD9-D8A1-96AD-FC94EF48747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50" y="0"/>
            <a:ext cx="50911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15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2319">
            <a:extLst>
              <a:ext uri="{FF2B5EF4-FFF2-40B4-BE49-F238E27FC236}">
                <a16:creationId xmlns:a16="http://schemas.microsoft.com/office/drawing/2014/main" id="{EF264AC3-2B35-7B6F-998B-F180CE6A785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675" y="0"/>
            <a:ext cx="7739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45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2449">
            <a:extLst>
              <a:ext uri="{FF2B5EF4-FFF2-40B4-BE49-F238E27FC236}">
                <a16:creationId xmlns:a16="http://schemas.microsoft.com/office/drawing/2014/main" id="{3805BA12-3FA6-331E-A81C-85E4211CBD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88" y="0"/>
            <a:ext cx="81486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520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0 002519">
            <a:extLst>
              <a:ext uri="{FF2B5EF4-FFF2-40B4-BE49-F238E27FC236}">
                <a16:creationId xmlns:a16="http://schemas.microsoft.com/office/drawing/2014/main" id="{7E89F2C4-C857-41C4-1CE3-948C813DD74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8" y="0"/>
            <a:ext cx="11730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1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sayyed maaz</dc:creator>
  <cp:lastModifiedBy>sayyed maaz</cp:lastModifiedBy>
  <cp:revision>1</cp:revision>
  <dcterms:created xsi:type="dcterms:W3CDTF">2026-02-01T10:36:59Z</dcterms:created>
  <dcterms:modified xsi:type="dcterms:W3CDTF">2026-02-01T10:37:53Z</dcterms:modified>
</cp:coreProperties>
</file>